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Caffeine 서비스 통합 관리 시스템 구축 보고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Next.js 16 &amp; React 19 기반의 지능형 FDS 관제 대시보드 구현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프로젝트 개요 (Project 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핵심 가치: 가시성, 제어권, 안정성</a:t>
            </a:r>
          </a:p>
          <a:p>
            <a:r>
              <a:t>- 서비스 운영 데이터의 실시간 시각화 및 시스템 제어</a:t>
            </a:r>
          </a:p>
          <a:p>
            <a:r>
              <a:t>- 고성능 프론트엔드 아키텍처 및 관리자 전용 UI/UX 제공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기술 스택 전략 (Core Framework)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Next.js 16 (App Router): SSR/CSR 하이브리드 렌더링 최적화</a:t>
            </a:r>
          </a:p>
          <a:p>
            <a:r>
              <a:t>- React 19: 최신 Hook 기반 상태 관리 및 렌더링 최적화</a:t>
            </a:r>
          </a:p>
          <a:p>
            <a:r>
              <a:t>- TypeScript 5: 엄격한 타입 정의로 런타임 안정성 확보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기술 스택 전략 (UI &amp; Visualization)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Tailwind CSS 4: Utility-first 기반의 빠른 스타일링 구현</a:t>
            </a:r>
          </a:p>
          <a:p>
            <a:r>
              <a:t>- Recharts: 인터랙티브 드릴다운(Drill-down) 차트 시스템 구축</a:t>
            </a:r>
          </a:p>
          <a:p>
            <a:r>
              <a:t>- Lucide React: 일관된 벡터 아이콘 라이브러리 적용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기능: 통합 분석 대시보드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Macro-to-Micro 분석 흐름 (전체 통계 -&gt; 상세 내역)</a:t>
            </a:r>
          </a:p>
          <a:p>
            <a:r>
              <a:t>- 차트 클릭 시 리스트가 즉각 반응하는 동적 필터링 구조</a:t>
            </a:r>
          </a:p>
          <a:p>
            <a:r>
              <a:t>- useMemo를 활용한 대량 데이터 클라이언트 사이드 연산 최적화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인증 및 보안 아키텍처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OAuth2PasswordRequestForm 준수 JWT 인증 흐름</a:t>
            </a:r>
          </a:p>
          <a:p>
            <a:r>
              <a:t>- baseClient Interceptor: API 요청 시 Auth 헤더 자동 주입</a:t>
            </a:r>
          </a:p>
          <a:p>
            <a:r>
              <a:t>- 세션 만료(401) 대응 및 자동 리다이렉트 로직 구현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실무 트러블슈팅: API 경로 정합성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현상: Double Prefix (api/api) 중복으로 인한 404 에러</a:t>
            </a:r>
          </a:p>
          <a:p>
            <a:r>
              <a:t>- 원인: 환경변수와 코드 내 엔드포인트 간의 정의 불일치</a:t>
            </a:r>
          </a:p>
          <a:p>
            <a:r>
              <a:t>- 조치: DRY 원칙 기반 경로 단일화 및 환경변수 의존성 명확화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프로젝트 성과 및 결론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최신 기술 스택(React 19) 도입으로 기술 부채 최소화</a:t>
            </a:r>
          </a:p>
          <a:p>
            <a:r>
              <a:t>- 흩어진 운영 데이터를 단일 관제 센터로 통합하여 운영 효율 개선</a:t>
            </a:r>
          </a:p>
          <a:p>
            <a:r>
              <a:t>- 레이어드 아키텍처 적용으로 코드 유지보수성 대폭 향상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